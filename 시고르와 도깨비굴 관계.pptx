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534"/>
    <p:restoredTop sz="94703"/>
  </p:normalViewPr>
  <p:slideViewPr>
    <p:cSldViewPr snapToGrid="0">
      <p:cViewPr varScale="1">
        <p:scale>
          <a:sx n="95" d="100"/>
          <a:sy n="95" d="100"/>
        </p:scale>
        <p:origin x="200" y="6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258F892-3C6D-8C1F-BD9C-C5C39235186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A14C6487-C5B7-E270-4FCD-BF4A07E58D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3151978-31F8-62F3-E9CC-52F56B23C5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BE19E5-BF77-3343-8109-62D7E4867262}" type="datetimeFigureOut">
              <a:rPr kumimoji="1" lang="ko-KR" altLang="en-US" smtClean="0"/>
              <a:t>2025. 2. 13.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1FEFA21-E4B6-C025-AAF4-CC34A85C8F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B801602-29D4-B56C-5652-324346AFF1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EA5F37-FFFB-9D40-BEF5-B05B689847A0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4401310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C08143E-2772-93EC-DA4E-B8FBFC10E3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2D972D6-3DE0-6453-D014-848A364E835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E29E611-638F-836F-52C2-AC7FFCDF91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BE19E5-BF77-3343-8109-62D7E4867262}" type="datetimeFigureOut">
              <a:rPr kumimoji="1" lang="ko-KR" altLang="en-US" smtClean="0"/>
              <a:t>2025. 2. 13.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2319127-7B66-FF8D-73E5-D76BFD8D09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F4A721F-B111-B7D0-1007-AE86275CDD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EA5F37-FFFB-9D40-BEF5-B05B689847A0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6241276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6381915-E899-E0AC-12F1-9B8050485F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0C05E2E2-D838-1481-0BF3-1D0F507702A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FE4C52F-4E65-C1A3-6C14-9E29E3D4FC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BE19E5-BF77-3343-8109-62D7E4867262}" type="datetimeFigureOut">
              <a:rPr kumimoji="1" lang="ko-KR" altLang="en-US" smtClean="0"/>
              <a:t>2025. 2. 13.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549DE69-84EE-81D9-7234-7DD853E8A1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6F1168D-A4A7-42C6-1530-D8C5AEC96B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EA5F37-FFFB-9D40-BEF5-B05B689847A0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4451716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069FDD8-F2EF-B1F7-E3BD-F89C1A5A41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ECC0279-7E8A-ED83-EC75-E7617299A0B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0A103EAA-5412-E27D-41D2-52B362388E0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6B577DA4-5C70-F361-01F0-99CEA1FAA9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BE19E5-BF77-3343-8109-62D7E4867262}" type="datetimeFigureOut">
              <a:rPr kumimoji="1" lang="ko-KR" altLang="en-US" smtClean="0"/>
              <a:t>2025. 2. 13.</a:t>
            </a:fld>
            <a:endParaRPr kumimoji="1"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9B7FA109-E68B-4544-46B8-8E48B0A0FF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A4C76ED7-901B-4A87-80B0-D8CAF3FA5E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EA5F37-FFFB-9D40-BEF5-B05B689847A0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2670432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6AD6F98-91E4-6C1D-4307-BE1EDEC253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D093BE1-EFE5-31D2-C97E-D41B1804846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B258F62C-7EB3-9270-E2F1-0D11AF87161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48A01287-62FA-89C1-4CE2-B13FA45CFDB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7BD7EF42-2D96-9F3A-F0C9-EBB714A35EF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50A90B3D-696A-CE96-4DA6-60BF9CD0D4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BE19E5-BF77-3343-8109-62D7E4867262}" type="datetimeFigureOut">
              <a:rPr kumimoji="1" lang="ko-KR" altLang="en-US" smtClean="0"/>
              <a:t>2025. 2. 13.</a:t>
            </a:fld>
            <a:endParaRPr kumimoji="1"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66F25441-5EF8-A276-7641-004768E905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35A785E0-16C7-F232-2E13-8AE40E224B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EA5F37-FFFB-9D40-BEF5-B05B689847A0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5915395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29B443F-838C-49AD-A0AB-0BCFAD51A1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F8691365-D21C-827C-A763-B05874240A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BE19E5-BF77-3343-8109-62D7E4867262}" type="datetimeFigureOut">
              <a:rPr kumimoji="1" lang="ko-KR" altLang="en-US" smtClean="0"/>
              <a:t>2025. 2. 13.</a:t>
            </a:fld>
            <a:endParaRPr kumimoji="1"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7261F9FD-A5F6-168B-A007-B35ADD4A65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82722E01-B09D-9D6D-B47B-61AD04580E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EA5F37-FFFB-9D40-BEF5-B05B689847A0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4699630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09AF50F2-5F30-9D65-CF3F-C97F2A0481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BE19E5-BF77-3343-8109-62D7E4867262}" type="datetimeFigureOut">
              <a:rPr kumimoji="1" lang="ko-KR" altLang="en-US" smtClean="0"/>
              <a:t>2025. 2. 13.</a:t>
            </a:fld>
            <a:endParaRPr kumimoji="1"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11DCFE47-FD0B-3D87-D3C9-A01C07D8EC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B83BBA6-E173-8B82-976F-92B48039CB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EA5F37-FFFB-9D40-BEF5-B05B689847A0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8708857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323F641-468F-6424-2AAF-5EFE85E238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C03EB46-CFE1-EA9D-CC75-5AAFCEDBA1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4EF28D00-B3AC-3273-D780-D0D72D702BA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1CC970C4-A7A1-14C6-7886-28A6057452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BE19E5-BF77-3343-8109-62D7E4867262}" type="datetimeFigureOut">
              <a:rPr kumimoji="1" lang="ko-KR" altLang="en-US" smtClean="0"/>
              <a:t>2025. 2. 13.</a:t>
            </a:fld>
            <a:endParaRPr kumimoji="1"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0F720DDF-3A63-228C-4245-046DAC2E91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5FDD19CF-9AB8-88A4-DA42-40379AB4D1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EA5F37-FFFB-9D40-BEF5-B05B689847A0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6254556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3D6C50A-B753-C3C6-52F8-7D18CC8A0C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895E3CCF-C9F1-C30B-C6F5-216EA426A8E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B51E0E54-CAF2-B936-AC6F-7AE4C3A13C0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9D054421-B2C4-2EA2-11DE-EAE486EA69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BE19E5-BF77-3343-8109-62D7E4867262}" type="datetimeFigureOut">
              <a:rPr kumimoji="1" lang="ko-KR" altLang="en-US" smtClean="0"/>
              <a:t>2025. 2. 13.</a:t>
            </a:fld>
            <a:endParaRPr kumimoji="1"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7AC8B8A8-D496-796D-9E9F-B629E528D4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AEB0208A-BCE3-FF7F-04EC-F5E54539C4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EA5F37-FFFB-9D40-BEF5-B05B689847A0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4769027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41F21C2-4604-FA49-DC68-5D5F305146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07F6FAEC-81B1-B4AB-CBAC-FF85E209134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5C7D5EA-D149-9DE5-84A0-19E140FCF1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BE19E5-BF77-3343-8109-62D7E4867262}" type="datetimeFigureOut">
              <a:rPr kumimoji="1" lang="ko-KR" altLang="en-US" smtClean="0"/>
              <a:t>2025. 2. 13.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B4F43BB-D4BF-69C6-C161-15B9FB6B38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FC279C3-DC1F-CCED-554E-8ACBA53D7F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EA5F37-FFFB-9D40-BEF5-B05B689847A0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3482167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1CAEEBA7-ADBE-8D0E-A738-416A0F8DC52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1A4EC71C-6869-2A0F-3CD0-BDE5BF52140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92CDA05-C4D1-8BCD-F6BF-6DF4E69B7C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BE19E5-BF77-3343-8109-62D7E4867262}" type="datetimeFigureOut">
              <a:rPr kumimoji="1" lang="ko-KR" altLang="en-US" smtClean="0"/>
              <a:t>2025. 2. 13.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582566E-AAFC-92C4-F013-F3F74BEAF2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B38A51E-9738-76AE-26C5-1AC2146A8B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EA5F37-FFFB-9D40-BEF5-B05B689847A0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0685794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36F26773-87C4-16D4-6FF3-DF843F6066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74D5B6C-BDC1-CBAF-980F-29A8FB0F1D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5EC5F7A-8F75-D3B9-F3DF-8DC9164B36C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FBE19E5-BF77-3343-8109-62D7E4867262}" type="datetimeFigureOut">
              <a:rPr kumimoji="1" lang="ko-KR" altLang="en-US" smtClean="0"/>
              <a:t>2025. 2. 13.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D37B9FE-08DE-F670-9D84-CD9D3EC1CCC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762F0FB-3FC8-E9D8-D708-A0ADA1A255B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AEA5F37-FFFB-9D40-BEF5-B05B689847A0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5635892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C8F8924C-B759-36CF-2CD9-447B651E82E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30215185"/>
              </p:ext>
            </p:extLst>
          </p:nvPr>
        </p:nvGraphicFramePr>
        <p:xfrm>
          <a:off x="2031999" y="719665"/>
          <a:ext cx="9008037" cy="4293755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3002679">
                  <a:extLst>
                    <a:ext uri="{9D8B030D-6E8A-4147-A177-3AD203B41FA5}">
                      <a16:colId xmlns:a16="http://schemas.microsoft.com/office/drawing/2014/main" val="1184150734"/>
                    </a:ext>
                  </a:extLst>
                </a:gridCol>
                <a:gridCol w="3002679">
                  <a:extLst>
                    <a:ext uri="{9D8B030D-6E8A-4147-A177-3AD203B41FA5}">
                      <a16:colId xmlns:a16="http://schemas.microsoft.com/office/drawing/2014/main" val="312997445"/>
                    </a:ext>
                  </a:extLst>
                </a:gridCol>
                <a:gridCol w="3002679">
                  <a:extLst>
                    <a:ext uri="{9D8B030D-6E8A-4147-A177-3AD203B41FA5}">
                      <a16:colId xmlns:a16="http://schemas.microsoft.com/office/drawing/2014/main" val="858063451"/>
                    </a:ext>
                  </a:extLst>
                </a:gridCol>
              </a:tblGrid>
              <a:tr h="401551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프로젝트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 err="1"/>
                        <a:t>시고르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 err="1"/>
                        <a:t>시고르</a:t>
                      </a:r>
                      <a:r>
                        <a:rPr lang="en-US" altLang="ko-KR" dirty="0"/>
                        <a:t>:</a:t>
                      </a:r>
                      <a:r>
                        <a:rPr lang="ko-KR" altLang="en-US" dirty="0"/>
                        <a:t> 도깨비 굴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73440739"/>
                  </a:ext>
                </a:extLst>
              </a:tr>
              <a:tr h="401551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종류</a:t>
                      </a:r>
                      <a:endParaRPr lang="en-US" altLang="ko-KR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메타버스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모바일 게임 </a:t>
                      </a:r>
                      <a:r>
                        <a:rPr lang="en-US" altLang="ko-KR" dirty="0"/>
                        <a:t>(MMORPG)</a:t>
                      </a:r>
                      <a:endParaRPr lang="ko-KR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64773030"/>
                  </a:ext>
                </a:extLst>
              </a:tr>
              <a:tr h="401551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타겟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Web3</a:t>
                      </a:r>
                      <a:r>
                        <a:rPr lang="ko-KR" altLang="en-US" dirty="0"/>
                        <a:t> 유저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일반 대중</a:t>
                      </a:r>
                      <a:r>
                        <a:rPr lang="en-US" altLang="ko-KR" dirty="0"/>
                        <a:t>(Web2)</a:t>
                      </a:r>
                      <a:endParaRPr lang="ko-KR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83236835"/>
                  </a:ext>
                </a:extLst>
              </a:tr>
              <a:tr h="401551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소스코드 공개 여부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오픈소스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 err="1"/>
                        <a:t>클로즈드</a:t>
                      </a:r>
                      <a:r>
                        <a:rPr lang="ko-KR" altLang="en-US" dirty="0"/>
                        <a:t> 소스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15659337"/>
                  </a:ext>
                </a:extLst>
              </a:tr>
              <a:tr h="401551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영리 여부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비영리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영리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47527153"/>
                  </a:ext>
                </a:extLst>
              </a:tr>
              <a:tr h="325062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인절미 사용 여부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화폐로 사용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인 게임 전용 화폐로</a:t>
                      </a:r>
                      <a:endParaRPr lang="en-US" altLang="ko-KR" dirty="0"/>
                    </a:p>
                    <a:p>
                      <a:pPr algn="ctr" latinLnBrk="1"/>
                      <a:r>
                        <a:rPr lang="ko-KR" altLang="en-US" dirty="0"/>
                        <a:t>교환해 사용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5541150"/>
                  </a:ext>
                </a:extLst>
              </a:tr>
              <a:tr h="142607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콘텐츠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사용자 생성 콘텐츠 중심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 err="1"/>
                        <a:t>레벨업</a:t>
                      </a:r>
                      <a:r>
                        <a:rPr lang="en-US" altLang="ko-KR" dirty="0"/>
                        <a:t>,</a:t>
                      </a:r>
                      <a:r>
                        <a:rPr lang="ko-KR" altLang="en-US" dirty="0"/>
                        <a:t> 생활형 </a:t>
                      </a:r>
                      <a:r>
                        <a:rPr lang="ko-KR" altLang="en-US" dirty="0" err="1"/>
                        <a:t>게이밍</a:t>
                      </a:r>
                      <a:endParaRPr lang="en-US" altLang="ko-KR" dirty="0"/>
                    </a:p>
                    <a:p>
                      <a:pPr algn="ctr" latinLnBrk="1"/>
                      <a:r>
                        <a:rPr lang="en-US" altLang="ko-KR" dirty="0"/>
                        <a:t>(</a:t>
                      </a:r>
                      <a:r>
                        <a:rPr lang="ko-KR" altLang="en-US" dirty="0"/>
                        <a:t>농사</a:t>
                      </a:r>
                      <a:r>
                        <a:rPr lang="en-US" altLang="ko-KR" dirty="0"/>
                        <a:t>,</a:t>
                      </a:r>
                      <a:r>
                        <a:rPr lang="ko-KR" altLang="en-US" dirty="0"/>
                        <a:t> 낚시 등</a:t>
                      </a:r>
                      <a:r>
                        <a:rPr lang="en-US" altLang="ko-KR" dirty="0"/>
                        <a:t>)</a:t>
                      </a:r>
                      <a:r>
                        <a:rPr lang="ko-KR" altLang="en-US" dirty="0"/>
                        <a:t> 콘텐츠 중심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0729143"/>
                  </a:ext>
                </a:extLst>
              </a:tr>
              <a:tr h="142607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유저 기능 개발 가능 여부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가능 </a:t>
                      </a:r>
                      <a:r>
                        <a:rPr lang="en-US" altLang="ko-KR" dirty="0"/>
                        <a:t>(Fun </a:t>
                      </a:r>
                      <a:r>
                        <a:rPr lang="ko-KR" altLang="en-US" dirty="0"/>
                        <a:t>언어</a:t>
                      </a:r>
                      <a:r>
                        <a:rPr lang="en-US" altLang="ko-KR" dirty="0"/>
                        <a:t>)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불가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21565159"/>
                  </a:ext>
                </a:extLst>
              </a:tr>
              <a:tr h="142607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유저 수익화 가능 여부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본인이 창작한 </a:t>
                      </a:r>
                      <a:r>
                        <a:rPr lang="ko-KR" altLang="en-US" dirty="0" err="1"/>
                        <a:t>아트웍이나</a:t>
                      </a:r>
                      <a:r>
                        <a:rPr lang="ko-KR" altLang="en-US" dirty="0"/>
                        <a:t> 기능을 판매해 수익화 가능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불가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257900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5061473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</TotalTime>
  <Words>82</Words>
  <Application>Microsoft Macintosh PowerPoint</Application>
  <PresentationFormat>와이드스크린</PresentationFormat>
  <Paragraphs>29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4" baseType="lpstr">
      <vt:lpstr>맑은 고딕</vt:lpstr>
      <vt:lpstr>Arial</vt:lpstr>
      <vt:lpstr>Office 테마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영재 심</dc:creator>
  <cp:lastModifiedBy>영재 심</cp:lastModifiedBy>
  <cp:revision>42</cp:revision>
  <dcterms:created xsi:type="dcterms:W3CDTF">2025-02-13T04:25:21Z</dcterms:created>
  <dcterms:modified xsi:type="dcterms:W3CDTF">2025-02-13T04:39:52Z</dcterms:modified>
</cp:coreProperties>
</file>